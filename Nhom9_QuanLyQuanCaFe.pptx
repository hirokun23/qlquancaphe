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/+TVKR+f9jJJoQN4cfIgh+pK+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02103F-C5DC-49B8-87E6-AC3A85773A70}">
  <a:tblStyle styleId="{6502103F-C5DC-49B8-87E6-AC3A85773A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264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58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3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75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7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364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9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8036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46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221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100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1811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>
            <a:spLocks noGrp="1"/>
          </p:cNvSpPr>
          <p:nvPr>
            <p:ph type="body" idx="1"/>
          </p:nvPr>
        </p:nvSpPr>
        <p:spPr>
          <a:xfrm>
            <a:off x="457200" y="1295401"/>
            <a:ext cx="11353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just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  <a:defRPr sz="2400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5560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609600" y="635635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165600" y="6356356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737600" y="635635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136519"/>
            <a:ext cx="11277600" cy="854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  <a:def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808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98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862263" y="2343615"/>
            <a:ext cx="6430635" cy="1575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viên nhóm: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Phan Quang Huy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MSSV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2424802010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Hoài Nam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MSSV: 2424802010390</a:t>
            </a:r>
          </a:p>
        </p:txBody>
      </p:sp>
      <p:sp>
        <p:nvSpPr>
          <p:cNvPr id="68" name="Google Shape;68;p1"/>
          <p:cNvSpPr/>
          <p:nvPr/>
        </p:nvSpPr>
        <p:spPr>
          <a:xfrm>
            <a:off x="862263" y="362836"/>
            <a:ext cx="1072013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smtClean="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Nhóm 9 - Quản </a:t>
            </a:r>
            <a:r>
              <a:rPr lang="en-US" sz="4400" b="1" i="0" u="none" strike="noStrike" cap="none" smtClean="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lý quán cà phê</a:t>
            </a:r>
            <a:endParaRPr sz="4400" b="1" i="0" u="none" strike="noStrike" cap="none">
              <a:solidFill>
                <a:srgbClr val="FF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501805" y="547178"/>
            <a:ext cx="11277600" cy="854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mtClean="0"/>
              <a:t>Lý do chọn đề tài:</a:t>
            </a:r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2584" y="2636159"/>
            <a:ext cx="942052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Giúp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chủ quán dễ dàng quản lý order, hóa đơn và tính tiền nhanh hơn khi đông khách.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 dõi doanh thu từng ngày mà không cần ghi chép thủ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kumimoji="0" lang="en-US" altLang="en-US" sz="20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bị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 sót.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lý menu (thêm, sửa, xóa món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quán thay đổi giá hoặc món mới.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nhân viên (ai bán gì, ca làm) để hạn chế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nhầm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lẫn.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Giúp phục vụ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khách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hơn, giảm thời gian chờ và tránh tính sai tiền. </a:t>
            </a:r>
          </a:p>
        </p:txBody>
      </p:sp>
    </p:spTree>
    <p:extLst>
      <p:ext uri="{BB962C8B-B14F-4D97-AF65-F5344CB8AC3E}">
        <p14:creationId xmlns:p14="http://schemas.microsoft.com/office/powerpoint/2010/main" val="2430883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501805" y="547178"/>
            <a:ext cx="11277600" cy="854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Mục </a:t>
            </a:r>
            <a:r>
              <a:rPr lang="en-US" smtClean="0"/>
              <a:t>tiêu </a:t>
            </a:r>
            <a:r>
              <a:rPr lang="en-US"/>
              <a:t>của </a:t>
            </a:r>
            <a:r>
              <a:rPr lang="en-US"/>
              <a:t>đề </a:t>
            </a:r>
            <a:r>
              <a:rPr lang="en-US" smtClean="0"/>
              <a:t>tài:</a:t>
            </a:r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2584" y="2636159"/>
            <a:ext cx="942052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Giúp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chủ quán dễ dàng quản lý order, hóa đơn và tính tiền nhanh hơn khi đông khách.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 dõi doanh thu từng ngày mà không cần ghi chép thủ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kumimoji="0" lang="en-US" altLang="en-US" sz="20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bị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 sót.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lý menu (thêm, sửa, xóa món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quán thay đổi giá hoặc món mới.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nhân viên (ai bán gì, ca làm) để hạn chế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nhầm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lẫn.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Giúp phục vụ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khách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hơn, giảm thời gian chờ và tránh tính sai tiền.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90" y="0"/>
            <a:ext cx="10623396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4159480816"/>
              </p:ext>
            </p:extLst>
          </p:nvPr>
        </p:nvGraphicFramePr>
        <p:xfrm>
          <a:off x="457200" y="2633164"/>
          <a:ext cx="11463454" cy="1526465"/>
        </p:xfrm>
        <a:graphic>
          <a:graphicData uri="http://schemas.openxmlformats.org/drawingml/2006/table">
            <a:tbl>
              <a:tblPr firstRow="1" firstCol="1" bandRow="1">
                <a:noFill/>
                <a:tableStyleId>{6502103F-C5DC-49B8-87E6-AC3A85773A70}</a:tableStyleId>
              </a:tblPr>
              <a:tblGrid>
                <a:gridCol w="266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9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Họ tên SV</a:t>
                      </a:r>
                      <a:endParaRPr sz="2400"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Nhiệm vụ được phân công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Điểm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Lê</a:t>
                      </a:r>
                      <a:r>
                        <a:rPr lang="en-US" sz="2200" u="none" strike="noStrike" cap="none" baseline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Phan Quang Huy</a:t>
                      </a: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Nguyễn</a:t>
                      </a:r>
                      <a:r>
                        <a:rPr lang="en-US" sz="2400" u="none" strike="noStrike" cap="none" baseline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Hoài Nam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Google Shape;90;p4"/>
          <p:cNvSpPr/>
          <p:nvPr/>
        </p:nvSpPr>
        <p:spPr>
          <a:xfrm>
            <a:off x="345127" y="1311438"/>
            <a:ext cx="11389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CÔNG NHIỆM VỤ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ĐIỂM TỰ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CHẤM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103</TotalTime>
  <Words>246</Words>
  <Application>Microsoft Office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Noto Sans Symbols</vt:lpstr>
      <vt:lpstr>Times New Roman</vt:lpstr>
      <vt:lpstr>Retrospect</vt:lpstr>
      <vt:lpstr>PowerPoint Presentation</vt:lpstr>
      <vt:lpstr>Lý do chọn đề tài:</vt:lpstr>
      <vt:lpstr>Mục tiêu của đề tài: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MTN</dc:creator>
  <cp:lastModifiedBy>Nguyễn Hoài Nam</cp:lastModifiedBy>
  <cp:revision>19</cp:revision>
  <dcterms:created xsi:type="dcterms:W3CDTF">2018-09-01T09:00:51Z</dcterms:created>
  <dcterms:modified xsi:type="dcterms:W3CDTF">2026-04-28T01:47:16Z</dcterms:modified>
</cp:coreProperties>
</file>